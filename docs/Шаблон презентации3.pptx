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diagrams/quickStyle1.xml" ContentType="application/vnd.openxmlformats-officedocument.drawingml.diagramQuickStyle+xml"/>
  <Override PartName="/ppt/slides/slide3.xml" ContentType="application/vnd.openxmlformats-officedocument.presentationml.slid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diagrams/drawing1.xml" ContentType="application/vnd.openxmlformats-officedocument.drawingml.diagramDrawing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6" d="100"/>
          <a:sy n="76" d="100"/>
        </p:scale>
        <p:origin x="869" y="43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Relationship Id="rId1" Type="http://schemas.microsoft.com/office/2007/relationships/diagramDrawing" Target="../diagrams/drawing1.xml" /></Relationships>
</file>

<file path=ppt/diagrams/_rels/drawing1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48E39E26-4498-4D66-9ACE-D147A05BBA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B890F178-2207-4E77-941A-BA9290FC9135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 bwMode="auto"/>
      <dgm:t>
        <a:bodyPr vertOverflow="overflow" horzOverflow="overflow" vert="horz" rtlCol="0" fromWordArt="0" anchor="ctr" forceAA="0" upright="0" compatLnSpc="0"/>
        <a:lstStyle/>
        <a:p>
          <a:pPr marL="0" indent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Анализ и выбор стека</a:t>
          </a:r>
          <a:endParaRPr/>
        </a:p>
      </dgm:t>
    </dgm:pt>
    <dgm:pt modelId="{12FB196E-507C-44AD-8284-AD02ABE0B653}" type="parTrans" cxnId="{F05B04D2-90FB-44BD-88C1-FFE04BA6D88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F05576B-D3E1-4CA2-BA6A-56121E80F8BA}" type="sibTrans" cxnId="{F05B04D2-90FB-44BD-88C1-FFE04BA6D884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076E7CD-DE72-40A9-B02D-BB0144FFDDF4}">
      <dgm:prSet phldrT="[Текст]"/>
      <dgm:spPr bwMode="auto"/>
      <dgm:t>
        <a:bodyPr vertOverflow="overflow" horzOverflow="overflow" vert="horz" rtlCol="0" fromWordArt="0" anchor="t" forceAA="0" upright="0" compatLnSpc="0"/>
        <a:lstStyle/>
        <a:p>
          <a:pPr marL="171450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Поиск информации</a:t>
          </a:r>
          <a:endParaRPr/>
        </a:p>
      </dgm:t>
    </dgm:pt>
    <dgm:pt modelId="{AC932AC5-7C10-405E-BB32-B9E25BF0A2B5}" type="parTrans" cxnId="{4135D8EC-5968-4101-940B-AF13588704DA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2A83FA3-FBF2-4C6D-B4F1-DD6903B25802}" type="sibTrans" cxnId="{4135D8EC-5968-4101-940B-AF13588704DA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BB83EAD-CF02-4DB1-9C37-A8A0F2124D78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 bwMode="auto"/>
      <dgm:t>
        <a:bodyPr vertOverflow="overflow" horzOverflow="overflow" vert="horz" rtlCol="0" fromWordArt="0" anchor="ctr" forceAA="0" upright="0" compatLnSpc="0"/>
        <a:lstStyle/>
        <a:p>
          <a:pPr marL="0" indent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Реализация бэкенда</a:t>
          </a:r>
          <a:endParaRPr/>
        </a:p>
      </dgm:t>
    </dgm:pt>
    <dgm:pt modelId="{2351BF96-9D81-46F0-8819-2CD9C3FF03C4}" type="parTrans" cxnId="{4728576A-7E06-499D-9109-D62DCF83189F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6069F65-4515-4EA8-8EAC-2B651BA33EE1}" type="sibTrans" cxnId="{4728576A-7E06-499D-9109-D62DCF83189F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C2E4A70-4962-4810-AEB2-610360114E91}">
      <dgm:prSet phldrT="[Текст]"/>
      <dgm:spPr bwMode="auto"/>
      <dgm:t>
        <a:bodyPr vertOverflow="overflow" horzOverflow="overflow" vert="horz" rtlCol="0" fromWordArt="0" anchor="t" forceAA="0" upright="0" compatLnSpc="0"/>
        <a:lstStyle/>
        <a:p>
          <a:pPr marL="171450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Создание ORM моделей бд</a:t>
          </a:r>
          <a:endParaRPr/>
        </a:p>
      </dgm:t>
    </dgm:pt>
    <dgm:pt modelId="{D5515433-54A7-4AE0-89B0-DE14EBCD393D}" type="parTrans" cxnId="{23596AF7-C408-45DC-9FEB-60E73E9BF08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BE252F0-BDF2-4652-B4A5-E8E0A5BDCD9E}" type="sibTrans" cxnId="{23596AF7-C408-45DC-9FEB-60E73E9BF08B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95449E9-8760-4361-9459-04FCEEB1A875}">
      <dgm:prSet phldrT="[Текст]"/>
      <dgm:spPr bwMode="auto"/>
      <dgm:t>
        <a:bodyPr vertOverflow="overflow" horzOverflow="overflow" vert="horz" rtlCol="0" fromWordArt="0" anchor="t" forceAA="0" upright="0" compatLnSpc="0"/>
        <a:lstStyle/>
        <a:p>
          <a:pPr marL="171450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Выбор подходящих технологий</a:t>
          </a:r>
          <a:endParaRPr/>
        </a:p>
      </dgm:t>
    </dgm:pt>
    <dgm:pt modelId="{B87F7129-0E54-4198-B056-928BF7D0CB40}" type="parTrans" cxnId="{711C5AB1-BA62-4BB3-BD2D-40334E8E440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73B632B-BB4E-4E02-AE00-DB675980FDF7}" type="sibTrans" cxnId="{711C5AB1-BA62-4BB3-BD2D-40334E8E440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C3D0DD9-E455-435C-89FB-A6541E2D47E9}">
      <dgm:prSet phldrT="[Текст]"/>
      <dgm:spPr bwMode="auto"/>
      <dgm:t>
        <a:bodyPr vertOverflow="overflow" horzOverflow="overflow" vert="horz" rtlCol="0" fromWordArt="0" anchor="t" forceAA="0" upright="0" compatLnSpc="0"/>
        <a:lstStyle/>
        <a:p>
          <a:pPr marL="171450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Тестирование всего функционала</a:t>
          </a:r>
          <a:endParaRPr/>
        </a:p>
      </dgm:t>
    </dgm:pt>
    <dgm:pt modelId="{966C5567-0020-44F7-97C2-1A6179375B6B}" type="parTrans" cxnId="{A976C9AA-36FB-4AB0-94C7-93EE90CD7D2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659FEC6-6DA6-4008-8F8D-8F19E98A91CF}" type="sibTrans" cxnId="{A976C9AA-36FB-4AB0-94C7-93EE90CD7D2D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177A6A29-B5CF-45FB-9989-8C6BC6E3368A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 bwMode="auto"/>
      <dgm:t>
        <a:bodyPr vertOverflow="overflow" horzOverflow="overflow" vert="horz" rtlCol="0" fromWordArt="0" anchor="ctr" forceAA="0" upright="0" compatLnSpc="0"/>
        <a:lstStyle/>
        <a:p>
          <a:pPr marL="0" indent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Реализация фронтенда</a:t>
          </a:r>
          <a:endParaRPr/>
        </a:p>
      </dgm:t>
    </dgm:pt>
    <dgm:pt modelId="{163D27F8-1867-4A18-9370-7F5A5E62C16D}" type="parTrans" cxnId="{B18C44B3-53EC-4A69-8008-DAA1C99E4F43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AF36CDCC-EA78-4FC4-BF42-6847A696C3B7}" type="sibTrans" cxnId="{B18C44B3-53EC-4A69-8008-DAA1C99E4F43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F3C21C0-0039-407A-8293-B92BBA6F369E}">
      <dgm:prSet phldrT="[Текст]"/>
      <dgm:spPr bwMode="auto"/>
      <dgm:t>
        <a:bodyPr vertOverflow="overflow" horzOverflow="overflow" vert="horz" rtlCol="0" fromWordArt="0" anchor="t" forceAA="0" upright="0" compatLnSpc="0"/>
        <a:lstStyle/>
        <a:p>
          <a:pPr marL="171450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Создание шаблонов</a:t>
          </a:r>
          <a:endParaRPr/>
        </a:p>
      </dgm:t>
    </dgm:pt>
    <dgm:pt modelId="{F9224E6B-E96C-47C1-8AC6-BC54B4398425}" type="parTrans" cxnId="{CDFEA63F-2876-4610-86FB-3A6E692FCED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DA181AA-1401-41FA-91F4-13B664F31F3B}" type="sibTrans" cxnId="{CDFEA63F-2876-4610-86FB-3A6E692FCED2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D2DBF182-73DE-4890-990C-47A7E2DD3D1C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 bwMode="auto"/>
      <dgm:t>
        <a:bodyPr vertOverflow="overflow" horzOverflow="overflow" vert="horz" rtlCol="0" fromWordArt="0" anchor="ctr" forceAA="0" upright="0" compatLnSpc="0"/>
        <a:lstStyle/>
        <a:p>
          <a:pPr marL="0" indent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Документирование и Финальное тестирование</a:t>
          </a:r>
          <a:endParaRPr/>
        </a:p>
      </dgm:t>
    </dgm:pt>
    <dgm:pt modelId="{2D6ABC2F-289E-470F-950D-D6FAFBB615C7}" type="parTrans" cxnId="{6A25BAB3-B8F3-46DC-AFAA-FF5AECACB4E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B1DB4936-DDBB-4CB4-8995-1700BA9A0629}" type="sibTrans" cxnId="{6A25BAB3-B8F3-46DC-AFAA-FF5AECACB4E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EE7CA6B5-C50F-401F-953E-C9C5E4AC03EA}">
      <dgm:prSet phldrT="[Текст]"/>
      <dgm:spPr bwMode="auto"/>
      <dgm:t>
        <a:bodyPr vertOverflow="overflow" horzOverflow="overflow" vert="horz" rtlCol="0" fromWordArt="0" anchor="t" forceAA="0" upright="0" compatLnSpc="0"/>
        <a:lstStyle/>
        <a:p>
          <a:pPr marL="171450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Реализация основной логики</a:t>
          </a:r>
          <a:endParaRPr/>
        </a:p>
      </dgm:t>
    </dgm:pt>
    <dgm:pt modelId="{44069ECB-1EF0-494E-9F95-832FE84505E9}" type="parTrans" cxnId="{B8E91CC3-2075-4B10-A8A8-3ED51828AAC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27B9AEC0-C063-45FB-9DD3-61621AE572CE}" type="sibTrans" cxnId="{B8E91CC3-2075-4B10-A8A8-3ED51828AAC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90F47B81-59E8-4CFC-A644-3F6948FB51A4}">
      <dgm:prSet phldrT="[Текст]"/>
      <dgm:spPr bwMode="auto"/>
      <dgm:t>
        <a:bodyPr vertOverflow="overflow" horzOverflow="overflow" vert="horz" rtlCol="0" fromWordArt="0" anchor="t" forceAA="0" upright="0" compatLnSpc="0"/>
        <a:lstStyle/>
        <a:p>
          <a:pPr marL="171450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Тестирование</a:t>
          </a:r>
          <a:endParaRPr/>
        </a:p>
      </dgm:t>
    </dgm:pt>
    <dgm:pt modelId="{EEF64EEF-3BA0-40CE-A9C3-4A361941A090}" type="parTrans" cxnId="{DBACA85A-2F7D-4B61-ACB9-9CF453E890DE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7F2E802B-B5FE-4AC2-BC1D-EFC38E494236}" type="sibTrans" cxnId="{DBACA85A-2F7D-4B61-ACB9-9CF453E890DE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0F94AE7C-2216-4057-AADA-A6B4C7E0C751}">
      <dgm:prSet phldrT="[Текст]"/>
      <dgm:spPr bwMode="auto"/>
      <dgm:t>
        <a:bodyPr vertOverflow="overflow" horzOverflow="overflow" vert="horz" rtlCol="0" fromWordArt="0" anchor="t" forceAA="0" upright="0" compatLnSpc="0"/>
        <a:lstStyle/>
        <a:p>
          <a:pPr marL="171450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ru-RU"/>
            <a:t>Описание всего проекта в документы </a:t>
          </a:r>
          <a:endParaRPr/>
        </a:p>
      </dgm:t>
    </dgm:pt>
    <dgm:pt modelId="{EAA01054-64DC-49C8-BB5A-1CF26D7801AC}" type="parTrans" cxnId="{38A455EB-1815-48AC-A06C-CE59A4B9125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6E7BED8-8102-4B46-A5F4-51BA936E86A9}" type="sibTrans" cxnId="{38A455EB-1815-48AC-A06C-CE59A4B9125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FA875D33-6294-4415-8BF0-93F9C639C018}" type="pres">
      <dgm:prSet presAssocID="{48E39E26-4498-4D66-9ACE-D147A05BBA18}" presName="linear" presStyleCnt="0">
        <dgm:presLayoutVars>
          <dgm:animLvl val="lvl"/>
          <dgm:resizeHandles val="exact"/>
        </dgm:presLayoutVars>
      </dgm:prSet>
      <dgm:spPr bwMode="auto"/>
    </dgm:pt>
    <dgm:pt modelId="{8A0D57C4-41B0-42B4-965F-0892EEC3EC24}" type="pres">
      <dgm:prSet presAssocID="{B890F178-2207-4E77-941A-BA9290FC9135}" presName="parentText" presStyleLbl="node1" presStyleIdx="0" presStyleCnt="4">
        <dgm:presLayoutVars>
          <dgm:chMax val="0"/>
          <dgm:bulletEnabled val="1"/>
        </dgm:presLayoutVars>
      </dgm:prSet>
      <dgm:spPr bwMode="auto"/>
    </dgm:pt>
    <dgm:pt modelId="{3542FB99-3407-4F2D-9C93-035C8035B143}" type="pres">
      <dgm:prSet presAssocID="{B890F178-2207-4E77-941A-BA9290FC9135}" presName="childText" presStyleLbl="revTx" presStyleIdx="0" presStyleCnt="4">
        <dgm:presLayoutVars>
          <dgm:bulletEnabled val="1"/>
        </dgm:presLayoutVars>
      </dgm:prSet>
      <dgm:spPr bwMode="auto"/>
    </dgm:pt>
    <dgm:pt modelId="{5E1554EA-31D7-4820-A418-76BE800A2643}" type="pres">
      <dgm:prSet presAssocID="{CBB83EAD-CF02-4DB1-9C37-A8A0F2124D78}" presName="parentText" presStyleLbl="node1" presStyleIdx="1" presStyleCnt="4">
        <dgm:presLayoutVars>
          <dgm:chMax val="0"/>
          <dgm:bulletEnabled val="1"/>
        </dgm:presLayoutVars>
      </dgm:prSet>
      <dgm:spPr bwMode="auto"/>
    </dgm:pt>
    <dgm:pt modelId="{01582F5B-AAE7-4A33-A120-6884B84CE253}" type="pres">
      <dgm:prSet presAssocID="{CBB83EAD-CF02-4DB1-9C37-A8A0F2124D78}" presName="childText" presStyleLbl="revTx" presStyleIdx="1" presStyleCnt="4">
        <dgm:presLayoutVars>
          <dgm:bulletEnabled val="1"/>
        </dgm:presLayoutVars>
      </dgm:prSet>
      <dgm:spPr bwMode="auto"/>
    </dgm:pt>
    <dgm:pt modelId="{855E81DD-AD3D-4E21-AA22-FAF1C29CEC76}" type="pres">
      <dgm:prSet presAssocID="{177A6A29-B5CF-45FB-9989-8C6BC6E3368A}" presName="parentText" presStyleLbl="node1" presStyleIdx="2" presStyleCnt="4">
        <dgm:presLayoutVars>
          <dgm:chMax val="0"/>
          <dgm:bulletEnabled val="1"/>
        </dgm:presLayoutVars>
      </dgm:prSet>
      <dgm:spPr bwMode="auto"/>
    </dgm:pt>
    <dgm:pt modelId="{F62E65CF-C064-4E46-8A2A-ECFB31624F7F}" type="pres">
      <dgm:prSet presAssocID="{177A6A29-B5CF-45FB-9989-8C6BC6E3368A}" presName="childText" presStyleLbl="revTx" presStyleIdx="2" presStyleCnt="4">
        <dgm:presLayoutVars>
          <dgm:bulletEnabled val="1"/>
        </dgm:presLayoutVars>
      </dgm:prSet>
      <dgm:spPr bwMode="auto"/>
    </dgm:pt>
    <dgm:pt modelId="{D931C4D6-FE99-48F0-8614-A2DFC2C85A61}" type="pres">
      <dgm:prSet presAssocID="{D2DBF182-73DE-4890-990C-47A7E2DD3D1C}" presName="parentText" presStyleLbl="node1" presStyleIdx="3" presStyleCnt="4">
        <dgm:presLayoutVars>
          <dgm:chMax val="0"/>
          <dgm:bulletEnabled val="1"/>
        </dgm:presLayoutVars>
      </dgm:prSet>
      <dgm:spPr bwMode="auto"/>
    </dgm:pt>
    <dgm:pt modelId="{E6220788-0FB0-4C54-975C-54A6DBFBD183}" type="pres">
      <dgm:prSet presAssocID="{D2DBF182-73DE-4890-990C-47A7E2DD3D1C}" presName="childText" presStyleLbl="revTx" presStyleIdx="3" presStyleCnt="4">
        <dgm:presLayoutVars>
          <dgm:bulletEnabled val="1"/>
        </dgm:presLayoutVars>
      </dgm:prSet>
      <dgm:spPr bwMode="auto"/>
    </dgm:pt>
  </dgm:ptLst>
  <dgm:cxnLst>
    <dgm:cxn modelId="{AAC11A0D-2A5B-4F2A-9EA0-26C63786B8B1}" type="presOf" srcId="{A95449E9-8760-4361-9459-04FCEEB1A875}" destId="{3542FB99-3407-4F2D-9C93-035C8035B143}" srcOrd="0" destOrd="1" presId="urn:microsoft.com/office/officeart/2005/8/layout/vList2"/>
    <dgm:cxn modelId="{D0BCEC25-C965-44D7-B674-195079B7FBA4}" type="presOf" srcId="{CBB83EAD-CF02-4DB1-9C37-A8A0F2124D78}" destId="{5E1554EA-31D7-4820-A418-76BE800A2643}" srcOrd="0" destOrd="0" presId="urn:microsoft.com/office/officeart/2005/8/layout/vList2"/>
    <dgm:cxn modelId="{8FB6602F-67DF-4A40-8948-D05186E598B4}" type="presOf" srcId="{D2DBF182-73DE-4890-990C-47A7E2DD3D1C}" destId="{D931C4D6-FE99-48F0-8614-A2DFC2C85A61}" srcOrd="0" destOrd="0" presId="urn:microsoft.com/office/officeart/2005/8/layout/vList2"/>
    <dgm:cxn modelId="{CDFEA63F-2876-4610-86FB-3A6E692FCED2}" srcId="{177A6A29-B5CF-45FB-9989-8C6BC6E3368A}" destId="{7F3C21C0-0039-407A-8293-B92BBA6F369E}" srcOrd="0" destOrd="0" parTransId="{F9224E6B-E96C-47C1-8AC6-BC54B4398425}" sibTransId="{2DA181AA-1401-41FA-91F4-13B664F31F3B}"/>
    <dgm:cxn modelId="{6A60AF5C-24F2-4E52-9C78-259D52E654A5}" type="presOf" srcId="{EE7CA6B5-C50F-401F-953E-C9C5E4AC03EA}" destId="{01582F5B-AAE7-4A33-A120-6884B84CE253}" srcOrd="0" destOrd="1" presId="urn:microsoft.com/office/officeart/2005/8/layout/vList2"/>
    <dgm:cxn modelId="{192F495E-55CE-4C50-8EB5-2677D1C0DC7F}" type="presOf" srcId="{B890F178-2207-4E77-941A-BA9290FC9135}" destId="{8A0D57C4-41B0-42B4-965F-0892EEC3EC24}" srcOrd="0" destOrd="0" presId="urn:microsoft.com/office/officeart/2005/8/layout/vList2"/>
    <dgm:cxn modelId="{4728576A-7E06-499D-9109-D62DCF83189F}" srcId="{48E39E26-4498-4D66-9ACE-D147A05BBA18}" destId="{CBB83EAD-CF02-4DB1-9C37-A8A0F2124D78}" srcOrd="1" destOrd="0" parTransId="{2351BF96-9D81-46F0-8819-2CD9C3FF03C4}" sibTransId="{16069F65-4515-4EA8-8EAC-2B651BA33EE1}"/>
    <dgm:cxn modelId="{DBACA85A-2F7D-4B61-ACB9-9CF453E890DE}" srcId="{177A6A29-B5CF-45FB-9989-8C6BC6E3368A}" destId="{90F47B81-59E8-4CFC-A644-3F6948FB51A4}" srcOrd="1" destOrd="0" parTransId="{EEF64EEF-3BA0-40CE-A9C3-4A361941A090}" sibTransId="{7F2E802B-B5FE-4AC2-BC1D-EFC38E494236}"/>
    <dgm:cxn modelId="{3630387F-ACA1-453E-81A1-604008138BAB}" type="presOf" srcId="{90F47B81-59E8-4CFC-A644-3F6948FB51A4}" destId="{F62E65CF-C064-4E46-8A2A-ECFB31624F7F}" srcOrd="0" destOrd="1" presId="urn:microsoft.com/office/officeart/2005/8/layout/vList2"/>
    <dgm:cxn modelId="{A390957F-2246-49FE-8BC6-603A00E00CE2}" type="presOf" srcId="{48E39E26-4498-4D66-9ACE-D147A05BBA18}" destId="{FA875D33-6294-4415-8BF0-93F9C639C018}" srcOrd="0" destOrd="0" presId="urn:microsoft.com/office/officeart/2005/8/layout/vList2"/>
    <dgm:cxn modelId="{816AB191-E055-49B5-9954-C68D23FBDE8E}" type="presOf" srcId="{C076E7CD-DE72-40A9-B02D-BB0144FFDDF4}" destId="{3542FB99-3407-4F2D-9C93-035C8035B143}" srcOrd="0" destOrd="0" presId="urn:microsoft.com/office/officeart/2005/8/layout/vList2"/>
    <dgm:cxn modelId="{B6111C9D-5742-40E2-A429-EFAA79BD3281}" type="presOf" srcId="{177A6A29-B5CF-45FB-9989-8C6BC6E3368A}" destId="{855E81DD-AD3D-4E21-AA22-FAF1C29CEC76}" srcOrd="0" destOrd="0" presId="urn:microsoft.com/office/officeart/2005/8/layout/vList2"/>
    <dgm:cxn modelId="{A976C9AA-36FB-4AB0-94C7-93EE90CD7D2D}" srcId="{D2DBF182-73DE-4890-990C-47A7E2DD3D1C}" destId="{DC3D0DD9-E455-435C-89FB-A6541E2D47E9}" srcOrd="0" destOrd="0" parTransId="{966C5567-0020-44F7-97C2-1A6179375B6B}" sibTransId="{D659FEC6-6DA6-4008-8F8D-8F19E98A91CF}"/>
    <dgm:cxn modelId="{711C5AB1-BA62-4BB3-BD2D-40334E8E440D}" srcId="{B890F178-2207-4E77-941A-BA9290FC9135}" destId="{A95449E9-8760-4361-9459-04FCEEB1A875}" srcOrd="1" destOrd="0" parTransId="{B87F7129-0E54-4198-B056-928BF7D0CB40}" sibTransId="{E73B632B-BB4E-4E02-AE00-DB675980FDF7}"/>
    <dgm:cxn modelId="{B18C44B3-53EC-4A69-8008-DAA1C99E4F43}" srcId="{48E39E26-4498-4D66-9ACE-D147A05BBA18}" destId="{177A6A29-B5CF-45FB-9989-8C6BC6E3368A}" srcOrd="2" destOrd="0" parTransId="{163D27F8-1867-4A18-9370-7F5A5E62C16D}" sibTransId="{AF36CDCC-EA78-4FC4-BF42-6847A696C3B7}"/>
    <dgm:cxn modelId="{6A25BAB3-B8F3-46DC-AFAA-FF5AECACB4E9}" srcId="{48E39E26-4498-4D66-9ACE-D147A05BBA18}" destId="{D2DBF182-73DE-4890-990C-47A7E2DD3D1C}" srcOrd="3" destOrd="0" parTransId="{2D6ABC2F-289E-470F-950D-D6FAFBB615C7}" sibTransId="{B1DB4936-DDBB-4CB4-8995-1700BA9A0629}"/>
    <dgm:cxn modelId="{B8E91CC3-2075-4B10-A8A8-3ED51828AAC5}" srcId="{CBB83EAD-CF02-4DB1-9C37-A8A0F2124D78}" destId="{EE7CA6B5-C50F-401F-953E-C9C5E4AC03EA}" srcOrd="1" destOrd="0" parTransId="{44069ECB-1EF0-494E-9F95-832FE84505E9}" sibTransId="{27B9AEC0-C063-45FB-9DD3-61621AE572CE}"/>
    <dgm:cxn modelId="{291F65C8-2C95-44C2-B5B3-61AB2AF4C061}" type="presOf" srcId="{7F3C21C0-0039-407A-8293-B92BBA6F369E}" destId="{F62E65CF-C064-4E46-8A2A-ECFB31624F7F}" srcOrd="0" destOrd="0" presId="urn:microsoft.com/office/officeart/2005/8/layout/vList2"/>
    <dgm:cxn modelId="{F05B04D2-90FB-44BD-88C1-FFE04BA6D884}" srcId="{48E39E26-4498-4D66-9ACE-D147A05BBA18}" destId="{B890F178-2207-4E77-941A-BA9290FC9135}" srcOrd="0" destOrd="0" parTransId="{12FB196E-507C-44AD-8284-AD02ABE0B653}" sibTransId="{2F05576B-D3E1-4CA2-BA6A-56121E80F8BA}"/>
    <dgm:cxn modelId="{3501D7D2-638E-4D81-AC47-E9AF7A97C90A}" type="presOf" srcId="{DC2E4A70-4962-4810-AEB2-610360114E91}" destId="{01582F5B-AAE7-4A33-A120-6884B84CE253}" srcOrd="0" destOrd="0" presId="urn:microsoft.com/office/officeart/2005/8/layout/vList2"/>
    <dgm:cxn modelId="{DD5F60DA-B649-4075-AB7F-D7920E639D9E}" type="presOf" srcId="{0F94AE7C-2216-4057-AADA-A6B4C7E0C751}" destId="{E6220788-0FB0-4C54-975C-54A6DBFBD183}" srcOrd="0" destOrd="1" presId="urn:microsoft.com/office/officeart/2005/8/layout/vList2"/>
    <dgm:cxn modelId="{38A455EB-1815-48AC-A06C-CE59A4B91259}" srcId="{D2DBF182-73DE-4890-990C-47A7E2DD3D1C}" destId="{0F94AE7C-2216-4057-AADA-A6B4C7E0C751}" srcOrd="1" destOrd="0" parTransId="{EAA01054-64DC-49C8-BB5A-1CF26D7801AC}" sibTransId="{56E7BED8-8102-4B46-A5F4-51BA936E86A9}"/>
    <dgm:cxn modelId="{4135D8EC-5968-4101-940B-AF13588704DA}" srcId="{B890F178-2207-4E77-941A-BA9290FC9135}" destId="{C076E7CD-DE72-40A9-B02D-BB0144FFDDF4}" srcOrd="0" destOrd="0" parTransId="{AC932AC5-7C10-405E-BB32-B9E25BF0A2B5}" sibTransId="{D2A83FA3-FBF2-4C6D-B4F1-DD6903B25802}"/>
    <dgm:cxn modelId="{EC30E7F1-C4E5-42DD-BCA2-80B50C97041E}" type="presOf" srcId="{DC3D0DD9-E455-435C-89FB-A6541E2D47E9}" destId="{E6220788-0FB0-4C54-975C-54A6DBFBD183}" srcOrd="0" destOrd="0" presId="urn:microsoft.com/office/officeart/2005/8/layout/vList2"/>
    <dgm:cxn modelId="{23596AF7-C408-45DC-9FEB-60E73E9BF08B}" srcId="{CBB83EAD-CF02-4DB1-9C37-A8A0F2124D78}" destId="{DC2E4A70-4962-4810-AEB2-610360114E91}" srcOrd="0" destOrd="0" parTransId="{D5515433-54A7-4AE0-89B0-DE14EBCD393D}" sibTransId="{CBE252F0-BDF2-4652-B4A5-E8E0A5BDCD9E}"/>
    <dgm:cxn modelId="{16FBD6FF-F825-48BD-9BE7-BD9CB36CBA41}" type="presParOf" srcId="{FA875D33-6294-4415-8BF0-93F9C639C018}" destId="{8A0D57C4-41B0-42B4-965F-0892EEC3EC24}" srcOrd="0" destOrd="0" presId="urn:microsoft.com/office/officeart/2005/8/layout/vList2"/>
    <dgm:cxn modelId="{4EBC5614-ADE0-4EEC-9B83-589752BE8676}" type="presParOf" srcId="{FA875D33-6294-4415-8BF0-93F9C639C018}" destId="{3542FB99-3407-4F2D-9C93-035C8035B143}" srcOrd="1" destOrd="0" presId="urn:microsoft.com/office/officeart/2005/8/layout/vList2"/>
    <dgm:cxn modelId="{11B396B0-1DF2-48D1-A05B-B22453D834F5}" type="presParOf" srcId="{FA875D33-6294-4415-8BF0-93F9C639C018}" destId="{5E1554EA-31D7-4820-A418-76BE800A2643}" srcOrd="2" destOrd="0" presId="urn:microsoft.com/office/officeart/2005/8/layout/vList2"/>
    <dgm:cxn modelId="{CCFCCE16-B8A5-4998-B395-5A0709C2DF74}" type="presParOf" srcId="{FA875D33-6294-4415-8BF0-93F9C639C018}" destId="{01582F5B-AAE7-4A33-A120-6884B84CE253}" srcOrd="3" destOrd="0" presId="urn:microsoft.com/office/officeart/2005/8/layout/vList2"/>
    <dgm:cxn modelId="{09C00EC6-C3E8-4889-B9E1-CC73CF199279}" type="presParOf" srcId="{FA875D33-6294-4415-8BF0-93F9C639C018}" destId="{855E81DD-AD3D-4E21-AA22-FAF1C29CEC76}" srcOrd="4" destOrd="0" presId="urn:microsoft.com/office/officeart/2005/8/layout/vList2"/>
    <dgm:cxn modelId="{D4E5B721-C825-49AA-97F9-32512A02FC07}" type="presParOf" srcId="{FA875D33-6294-4415-8BF0-93F9C639C018}" destId="{F62E65CF-C064-4E46-8A2A-ECFB31624F7F}" srcOrd="5" destOrd="0" presId="urn:microsoft.com/office/officeart/2005/8/layout/vList2"/>
    <dgm:cxn modelId="{F2C18090-5316-4BF6-8D55-4B5319E41576}" type="presParOf" srcId="{FA875D33-6294-4415-8BF0-93F9C639C018}" destId="{D931C4D6-FE99-48F0-8614-A2DFC2C85A61}" srcOrd="6" destOrd="0" presId="urn:microsoft.com/office/officeart/2005/8/layout/vList2"/>
    <dgm:cxn modelId="{29AEAB63-7CC9-4C10-B2DE-3FC9A5BDBB60}" type="presParOf" srcId="{FA875D33-6294-4415-8BF0-93F9C639C018}" destId="{E6220788-0FB0-4C54-975C-54A6DBFBD18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1318174180" name=""/>
      <dsp:cNvGrpSpPr/>
    </dsp:nvGrpSpPr>
    <dsp:grpSpPr bwMode="auto">
      <a:xfrm>
        <a:off x="0" y="0"/>
        <a:ext cx="10515599" cy="4351338"/>
        <a:chOff x="0" y="0"/>
        <a:chExt cx="10515599" cy="4351338"/>
      </a:xfrm>
    </dsp:grpSpPr>
    <dsp:sp modelId="{8A0D57C4-41B0-42B4-965F-0892EEC3EC24}">
      <dsp:nvSpPr>
        <dsp:cNvPr id="0" name=""/>
        <dsp:cNvSpPr/>
      </dsp:nvSpPr>
      <dsp:spPr bwMode="auto">
        <a:xfrm>
          <a:off x="0" y="35243"/>
          <a:ext cx="10515599" cy="515970"/>
        </a:xfrm>
        <a:prstGeom prst="roundRect">
          <a:avLst>
            <a:gd name="adj" fmla="val 16667"/>
          </a:avLst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Overflow="overflow" horzOverflow="overflow" vert="horz" wrap="square" lIns="68580" tIns="68580" rIns="68580" bIns="68580" numCol="1" spcCol="1270" rtlCol="0" fromWordArt="0" anchor="ctr" anchorCtr="0" forceAA="0" upright="0" compatLnSpc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ru-RU" sz="1800"/>
            <a:t>Анализ и выбор стека</a:t>
          </a:r>
          <a:endParaRPr sz="1800"/>
        </a:p>
      </dsp:txBody>
      <dsp:txXfrm>
        <a:off x="25188" y="60431"/>
        <a:ext cx="10465223" cy="465594"/>
      </dsp:txXfrm>
    </dsp:sp>
    <dsp:sp modelId="{3542FB99-3407-4F2D-9C93-035C8035B143}">
      <dsp:nvSpPr>
        <dsp:cNvPr id="0" name=""/>
        <dsp:cNvSpPr/>
      </dsp:nvSpPr>
      <dsp:spPr bwMode="auto">
        <a:xfrm>
          <a:off x="0" y="551213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375603" tIns="30003" rIns="168020" bIns="30003" numCol="1" spcCol="1270" rtlCol="0" fromWordArt="0" anchor="t" anchorCtr="0" forceAA="0" upright="0" compatLnSpc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r>
            <a:rPr lang="ru-RU" sz="1800"/>
            <a:t>Поиск информации</a:t>
          </a:r>
          <a:endParaRPr sz="1800"/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r>
            <a:rPr lang="ru-RU" sz="1800"/>
            <a:t>Выбор подходящих технологий</a:t>
          </a:r>
          <a:endParaRPr sz="1800"/>
        </a:p>
      </dsp:txBody>
      <dsp:txXfrm>
        <a:off x="0" y="551213"/>
        <a:ext cx="10515599" cy="554242"/>
      </dsp:txXfrm>
    </dsp:sp>
    <dsp:sp modelId="{5E1554EA-31D7-4820-A418-76BE800A2643}">
      <dsp:nvSpPr>
        <dsp:cNvPr id="0" name=""/>
        <dsp:cNvSpPr/>
      </dsp:nvSpPr>
      <dsp:spPr bwMode="auto">
        <a:xfrm>
          <a:off x="0" y="1105456"/>
          <a:ext cx="10515599" cy="515970"/>
        </a:xfrm>
        <a:prstGeom prst="roundRect">
          <a:avLst>
            <a:gd name="adj" fmla="val 16667"/>
          </a:avLst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Overflow="overflow" horzOverflow="overflow" vert="horz" wrap="square" lIns="68580" tIns="68580" rIns="68580" bIns="68580" numCol="1" spcCol="1270" rtlCol="0" fromWordArt="0" anchor="ctr" anchorCtr="0" forceAA="0" upright="0" compatLnSpc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ru-RU" sz="1800"/>
            <a:t>Реализация бэкенда</a:t>
          </a:r>
          <a:endParaRPr sz="1800"/>
        </a:p>
      </dsp:txBody>
      <dsp:txXfrm>
        <a:off x="25188" y="1130644"/>
        <a:ext cx="10465223" cy="465594"/>
      </dsp:txXfrm>
    </dsp:sp>
    <dsp:sp modelId="{01582F5B-AAE7-4A33-A120-6884B84CE253}">
      <dsp:nvSpPr>
        <dsp:cNvPr id="0" name=""/>
        <dsp:cNvSpPr/>
      </dsp:nvSpPr>
      <dsp:spPr bwMode="auto">
        <a:xfrm>
          <a:off x="0" y="1621426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375603" tIns="30003" rIns="168020" bIns="30003" numCol="1" spcCol="1270" rtlCol="0" fromWordArt="0" anchor="t" anchorCtr="0" forceAA="0" upright="0" compatLnSpc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r>
            <a:rPr lang="ru-RU" sz="1800"/>
            <a:t>Создание ORM моделей бд</a:t>
          </a:r>
          <a:endParaRPr sz="1800"/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r>
            <a:rPr lang="ru-RU" sz="1800"/>
            <a:t>Реализация основной логики</a:t>
          </a:r>
          <a:endParaRPr sz="1800"/>
        </a:p>
      </dsp:txBody>
      <dsp:txXfrm>
        <a:off x="0" y="1621426"/>
        <a:ext cx="10515599" cy="554242"/>
      </dsp:txXfrm>
    </dsp:sp>
    <dsp:sp modelId="{855E81DD-AD3D-4E21-AA22-FAF1C29CEC76}">
      <dsp:nvSpPr>
        <dsp:cNvPr id="0" name=""/>
        <dsp:cNvSpPr/>
      </dsp:nvSpPr>
      <dsp:spPr bwMode="auto">
        <a:xfrm>
          <a:off x="0" y="2175669"/>
          <a:ext cx="10515599" cy="515970"/>
        </a:xfrm>
        <a:prstGeom prst="roundRect">
          <a:avLst>
            <a:gd name="adj" fmla="val 16667"/>
          </a:avLst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Overflow="overflow" horzOverflow="overflow" vert="horz" wrap="square" lIns="68580" tIns="68580" rIns="68580" bIns="68580" numCol="1" spcCol="1270" rtlCol="0" fromWordArt="0" anchor="ctr" anchorCtr="0" forceAA="0" upright="0" compatLnSpc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ru-RU" sz="1800"/>
            <a:t>Реализация фронтенда</a:t>
          </a:r>
          <a:endParaRPr sz="1800"/>
        </a:p>
      </dsp:txBody>
      <dsp:txXfrm>
        <a:off x="25188" y="2200857"/>
        <a:ext cx="10465223" cy="465594"/>
      </dsp:txXfrm>
    </dsp:sp>
    <dsp:sp modelId="{F62E65CF-C064-4E46-8A2A-ECFB31624F7F}">
      <dsp:nvSpPr>
        <dsp:cNvPr id="0" name=""/>
        <dsp:cNvSpPr/>
      </dsp:nvSpPr>
      <dsp:spPr bwMode="auto">
        <a:xfrm>
          <a:off x="0" y="2691639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375603" tIns="30003" rIns="168020" bIns="30003" numCol="1" spcCol="1270" rtlCol="0" fromWordArt="0" anchor="t" anchorCtr="0" forceAA="0" upright="0" compatLnSpc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r>
            <a:rPr lang="ru-RU" sz="1800"/>
            <a:t>Создание шаблонов</a:t>
          </a:r>
          <a:endParaRPr sz="1800"/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r>
            <a:rPr lang="ru-RU" sz="1800"/>
            <a:t>Тестирование</a:t>
          </a:r>
          <a:endParaRPr sz="1800"/>
        </a:p>
      </dsp:txBody>
      <dsp:txXfrm>
        <a:off x="0" y="2691639"/>
        <a:ext cx="10515599" cy="554242"/>
      </dsp:txXfrm>
    </dsp:sp>
    <dsp:sp modelId="{D931C4D6-FE99-48F0-8614-A2DFC2C85A61}">
      <dsp:nvSpPr>
        <dsp:cNvPr id="0" name=""/>
        <dsp:cNvSpPr/>
      </dsp:nvSpPr>
      <dsp:spPr bwMode="auto">
        <a:xfrm>
          <a:off x="0" y="3245881"/>
          <a:ext cx="10515599" cy="515970"/>
        </a:xfrm>
        <a:prstGeom prst="roundRect">
          <a:avLst>
            <a:gd name="adj" fmla="val 16667"/>
          </a:avLst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Overflow="overflow" horzOverflow="overflow" vert="horz" wrap="square" lIns="68580" tIns="68580" rIns="68580" bIns="68580" numCol="1" spcCol="1270" rtlCol="0" fromWordArt="0" anchor="ctr" anchorCtr="0" forceAA="0" upright="0" compatLnSpc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/>
          </a:pPr>
          <a:r>
            <a:rPr lang="ru-RU" sz="1800"/>
            <a:t>Документирование и Финальное тестирование</a:t>
          </a:r>
          <a:endParaRPr sz="1800"/>
        </a:p>
      </dsp:txBody>
      <dsp:txXfrm>
        <a:off x="25188" y="3271069"/>
        <a:ext cx="10465223" cy="465594"/>
      </dsp:txXfrm>
    </dsp:sp>
    <dsp:sp modelId="{E6220788-0FB0-4C54-975C-54A6DBFBD183}">
      <dsp:nvSpPr>
        <dsp:cNvPr id="0" name=""/>
        <dsp:cNvSpPr/>
      </dsp:nvSpPr>
      <dsp:spPr bwMode="auto">
        <a:xfrm>
          <a:off x="0" y="3761851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375603" tIns="30003" rIns="168020" bIns="30003" numCol="1" spcCol="1270" rtlCol="0" fromWordArt="0" anchor="t" anchorCtr="0" forceAA="0" upright="0" compatLnSpc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r>
            <a:rPr lang="ru-RU" sz="1800"/>
            <a:t>Тестирование всего функционала</a:t>
          </a:r>
          <a:endParaRPr sz="1800"/>
        </a:p>
        <a:p>
          <a:pPr marL="171450" lvl="1" indent="-171450" algn="l" defTabSz="711200">
            <a:lnSpc>
              <a:spcPct val="90000"/>
            </a:lnSpc>
            <a:spcBef>
              <a:spcPts val="0"/>
            </a:spcBef>
            <a:spcAft>
              <a:spcPts val="0"/>
            </a:spcAft>
            <a:buChar char="•"/>
            <a:defRPr/>
          </a:pPr>
          <a:r>
            <a:rPr lang="ru-RU" sz="1800"/>
            <a:t>Описание всего проекта в документы </a:t>
          </a:r>
          <a:endParaRPr sz="1800"/>
        </a:p>
      </dsp:txBody>
      <dsp:txXfrm>
        <a:off x="0" y="3761851"/>
        <a:ext cx="10515599" cy="554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0000"/>
      <dgm:constr type="w" for="ch" forName="childText" refType="w"/>
      <dgm:constr type="h" for="ch" forName="childText" refType="primFontSz" refFor="ch" refForName="parentText" fact="0.460000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0000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type="roundRect" r:blip="">
          <dgm:adjLst/>
        </dgm:shape>
        <dgm:presOf axis="self"/>
        <dgm:constrLst>
          <dgm:constr type="tMarg" refType="primFontSz" fact="0.300000"/>
          <dgm:constr type="bMarg" refType="primFontSz" fact="0.300000"/>
          <dgm:constr type="lMarg" refType="primFontSz" fact="0.300000"/>
          <dgm:constr type="rMarg" refType="primFontSz" fact="0.300000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type="rect" r:blip="">
              <dgm:adjLst/>
            </dgm:shape>
            <dgm:presOf axis="des" ptType="node"/>
            <dgm:constrLst>
              <dgm:constr type="tMarg" refType="primFontSz" fact="0.100000"/>
              <dgm:constr type="bMarg" refType="primFontSz" fact="0.100000"/>
              <dgm:constr type="lMarg" refType="w" fact="0.090000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sst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>
      <a:bodyPr/>
      <a:p>
        <a:pPr>
          <a:defRPr/>
        </a:pPr>
        <a:endParaRPr/>
      </a:p>
    </dgm:txPr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9D89060A-4EA2-42E6-B79A-9F1E311C12CC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E7400B3-52B1-41A8-A531-898DAB6C37D5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 /><Relationship Id="rId3" Type="http://schemas.microsoft.com/office/2007/relationships/diagramDrawing" Target="../diagrams/drawing1.xml" /><Relationship Id="rId4" Type="http://schemas.openxmlformats.org/officeDocument/2006/relationships/diagramColors" Target="../diagrams/colors1.xml" /><Relationship Id="rId5" Type="http://schemas.openxmlformats.org/officeDocument/2006/relationships/diagramLayout" Target="../diagrams/layout1.xml" /><Relationship Id="rId6" Type="http://schemas.openxmlformats.org/officeDocument/2006/relationships/diagramQuickStyle" Target="../diagrams/quickStyle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2481077"/>
            <a:ext cx="9144000" cy="93758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GoldForum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710084" y="3602038"/>
            <a:ext cx="5385916" cy="3255962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ru-RU" sz="2000"/>
              <a:t>Проект выполнил(а):</a:t>
            </a:r>
            <a:endParaRPr lang="en-US" sz="2000"/>
          </a:p>
          <a:p>
            <a:pPr algn="l">
              <a:defRPr/>
            </a:pPr>
            <a:r>
              <a:rPr lang="ru-RU" sz="2000" b="1"/>
              <a:t>Верниковский Виталий Викторович</a:t>
            </a:r>
            <a:endParaRPr/>
          </a:p>
          <a:p>
            <a:pPr algn="l">
              <a:defRPr/>
            </a:pPr>
            <a:r>
              <a:rPr lang="ru-RU" sz="2000" b="1"/>
              <a:t>Асонов Ефим Андреевич</a:t>
            </a:r>
            <a:endParaRPr/>
          </a:p>
          <a:p>
            <a:pPr algn="l">
              <a:defRPr/>
            </a:pPr>
            <a:endParaRPr lang="ru-RU" sz="2000"/>
          </a:p>
          <a:p>
            <a:pPr algn="l">
              <a:defRPr/>
            </a:pPr>
            <a:r>
              <a:rPr lang="ru-RU" sz="2000"/>
              <a:t>Яндекс Лицей</a:t>
            </a:r>
            <a:endParaRPr/>
          </a:p>
          <a:p>
            <a:pPr algn="l">
              <a:defRPr/>
            </a:pPr>
            <a:r>
              <a:rPr lang="ru-RU" sz="2000"/>
              <a:t>Группа №2 Год 2</a:t>
            </a:r>
            <a:endParaRPr/>
          </a:p>
          <a:p>
            <a:pPr algn="l">
              <a:defRPr/>
            </a:pPr>
            <a:endParaRPr lang="ru-RU" sz="20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586661" y="0"/>
            <a:ext cx="1605339" cy="1134677"/>
          </a:xfrm>
          <a:prstGeom prst="rect">
            <a:avLst/>
          </a:prstGeom>
        </p:spPr>
      </p:pic>
      <p:sp>
        <p:nvSpPr>
          <p:cNvPr id="5" name="Подзаголовок 2"/>
          <p:cNvSpPr txBox="1"/>
          <p:nvPr/>
        </p:nvSpPr>
        <p:spPr bwMode="auto">
          <a:xfrm>
            <a:off x="1562518" y="173038"/>
            <a:ext cx="9066963" cy="11346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000"/>
              <a:t>Федеральное государственное бюджетное образовательное учреждение</a:t>
            </a:r>
            <a:endParaRPr/>
          </a:p>
          <a:p>
            <a:pPr>
              <a:defRPr/>
            </a:pPr>
            <a:r>
              <a:rPr lang="ru-RU" sz="2000"/>
              <a:t>высшего образования «МИРЭА – Российский технологический университет»</a:t>
            </a:r>
            <a:endParaRPr/>
          </a:p>
          <a:p>
            <a:pPr>
              <a:defRPr/>
            </a:pPr>
            <a:r>
              <a:rPr lang="ru-RU" sz="2000"/>
              <a:t>Детский технопарк «Альтаир»</a:t>
            </a:r>
            <a:endParaRPr/>
          </a:p>
        </p:txBody>
      </p:sp>
      <p:sp>
        <p:nvSpPr>
          <p:cNvPr id="6" name="Подзаголовок 2"/>
          <p:cNvSpPr txBox="1"/>
          <p:nvPr/>
        </p:nvSpPr>
        <p:spPr bwMode="auto">
          <a:xfrm>
            <a:off x="6096000" y="3429000"/>
            <a:ext cx="5385916" cy="325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ru-RU" sz="2000"/>
              <a:t>Руководитель проекта</a:t>
            </a:r>
            <a:r>
              <a:rPr lang="en-US" sz="2000"/>
              <a:t>:</a:t>
            </a:r>
            <a:endParaRPr/>
          </a:p>
          <a:p>
            <a:pPr algn="l">
              <a:defRPr/>
            </a:pPr>
            <a:r>
              <a:rPr lang="ru-RU" sz="2000"/>
              <a:t>Преподаватель ДТ «Альтаир»</a:t>
            </a:r>
            <a:endParaRPr/>
          </a:p>
          <a:p>
            <a:pPr algn="l">
              <a:defRPr/>
            </a:pPr>
            <a:r>
              <a:rPr lang="ru-RU" sz="2000" b="1"/>
              <a:t>Борисов Артём Игоревич</a:t>
            </a:r>
            <a:endParaRPr/>
          </a:p>
          <a:p>
            <a:pPr algn="l">
              <a:defRPr/>
            </a:pPr>
            <a:endParaRPr lang="ru-RU" sz="2000"/>
          </a:p>
          <a:p>
            <a:pPr algn="l">
              <a:defRPr/>
            </a:pPr>
            <a:endParaRPr lang="ru-RU" sz="2000"/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609600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0" name="Рисунок 9" descr="Изображение выглядит как эмблема, герб, символ, корона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5701" y="127273"/>
            <a:ext cx="1026389" cy="1134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Актуальность / Проблематика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5"/>
            <a:ext cx="10515600" cy="228917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- Ежедневно пользователи создают огромные объёмы текстового контента — форумы и блог-платформы превращаются в «свалку» постов.</a:t>
            </a:r>
            <a:endParaRPr lang="ru-RU"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- Обычный поиск по точному совпадению слов не находит релевантные посты, если они сформулированы другими словами.</a:t>
            </a:r>
            <a:endParaRPr lang="ru-RU"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- Хронологическая лента не учитывает интересы пользователя — приходится листать десятки неинтересных постов, чтобы найти что-то полезное.</a:t>
            </a:r>
            <a:endParaRPr lang="ru-RU"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</p:txBody>
      </p:sp>
      <p:sp>
        <p:nvSpPr>
          <p:cNvPr id="4" name="Google Shape;91;p32"/>
          <p:cNvSpPr/>
          <p:nvPr/>
        </p:nvSpPr>
        <p:spPr bwMode="auto"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92;p32"/>
          <p:cNvSpPr txBox="1"/>
          <p:nvPr/>
        </p:nvSpPr>
        <p:spPr bwMode="auto"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  <a:defRPr/>
            </a:pPr>
            <a:fld id="{00000000-1234-1234-1234-123412341234}" type="slidenum">
              <a:rPr lang="ru-RU" sz="1800" b="1">
                <a:solidFill>
                  <a:schemeClr val="lt2"/>
                </a:solidFill>
              </a:rPr>
              <a:t>2</a:t>
            </a:fld>
            <a:r>
              <a:rPr lang="ru-RU" sz="1800" b="1">
                <a:solidFill>
                  <a:schemeClr val="lt2"/>
                </a:solidFill>
              </a:rPr>
              <a:t>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Цели и задачи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35673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ru-RU" sz="2000" b="1"/>
              <a:t>Цель проекта</a:t>
            </a:r>
            <a:r>
              <a:rPr lang="en-US" sz="2000" b="1"/>
              <a:t>:</a:t>
            </a:r>
            <a:endParaRPr/>
          </a:p>
          <a:p>
            <a:pPr marL="0" indent="452438" algn="just">
              <a:lnSpc>
                <a:spcPct val="150000"/>
              </a:lnSpc>
              <a:buNone/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Разработать полнофункциональную блог-платформу с интеллектуальным поиском и персональными рекомендациями на основе ML.</a:t>
            </a:r>
            <a:endParaRPr lang="en-US" sz="2000" i="1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2000" b="1"/>
              <a:t>Задачи проекта</a:t>
            </a:r>
            <a:r>
              <a:rPr lang="en-US" sz="2000" b="1"/>
              <a:t>:</a:t>
            </a:r>
            <a:endParaRPr/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1. Спроектировать базу данных и REST API</a:t>
            </a:r>
            <a:endParaRPr sz="1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2. Реализовать семантический (векторный) поиск</a:t>
            </a:r>
            <a:endParaRPr sz="1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3. Разработать рекомендательную систему</a:t>
            </a:r>
            <a:endParaRPr sz="1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4. Создать веб-интерфейс</a:t>
            </a:r>
            <a:endParaRPr sz="18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5. Реализовать импорт/экспорт постов</a:t>
            </a:r>
            <a:endParaRPr sz="1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</p:txBody>
      </p:sp>
      <p:sp>
        <p:nvSpPr>
          <p:cNvPr id="4" name="Google Shape;91;p32"/>
          <p:cNvSpPr/>
          <p:nvPr/>
        </p:nvSpPr>
        <p:spPr bwMode="auto"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92;p32"/>
          <p:cNvSpPr txBox="1"/>
          <p:nvPr/>
        </p:nvSpPr>
        <p:spPr bwMode="auto"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  <a:defRPr/>
            </a:pPr>
            <a:fld id="{00000000-1234-1234-1234-123412341234}" type="slidenum">
              <a:rPr lang="ru-RU" sz="1800" b="1">
                <a:solidFill>
                  <a:schemeClr val="lt2"/>
                </a:solidFill>
              </a:rPr>
              <a:t>3</a:t>
            </a:fld>
            <a:r>
              <a:rPr lang="ru-RU" sz="1800" b="1">
                <a:solidFill>
                  <a:schemeClr val="lt2"/>
                </a:solidFill>
              </a:rPr>
              <a:t>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Используемое ПО и ресурсы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35673"/>
            <a:ext cx="5040086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ru-RU" sz="2000" b="1"/>
              <a:t>Используемое ПО</a:t>
            </a:r>
            <a:r>
              <a:rPr lang="en-US" sz="2000" b="1"/>
              <a:t>:</a:t>
            </a:r>
            <a:endParaRPr lang="ru-RU" sz="2000" b="1"/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Python 3.10+ - язык программирования.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Flask + SQLAlchemy - веб-фреймворк и ORM для работы с SQLite.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ChromaDB - векторная база данных для хранения эмбеддингов.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SentenceTransformers - ML-библиотека для получения семантических векторов текста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Bootstrap 4 + Font Awesome - адаптивный фронтенд и иконки.</a:t>
            </a:r>
            <a:endParaRPr lang="ru-RU" sz="20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Git + venv - контроль версий и изоляция окружения.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</p:txBody>
      </p:sp>
      <p:sp>
        <p:nvSpPr>
          <p:cNvPr id="4" name="Google Shape;91;p32"/>
          <p:cNvSpPr/>
          <p:nvPr/>
        </p:nvSpPr>
        <p:spPr bwMode="auto"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92;p32"/>
          <p:cNvSpPr txBox="1"/>
          <p:nvPr/>
        </p:nvSpPr>
        <p:spPr bwMode="auto"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  <a:defRPr/>
            </a:pPr>
            <a:fld id="{00000000-1234-1234-1234-123412341234}" type="slidenum">
              <a:rPr lang="ru-RU" sz="1800" b="1">
                <a:solidFill>
                  <a:schemeClr val="lt2"/>
                </a:solidFill>
              </a:rPr>
              <a:t>4</a:t>
            </a:fld>
            <a:r>
              <a:rPr lang="ru-RU" sz="1800" b="1">
                <a:solidFill>
                  <a:schemeClr val="lt2"/>
                </a:solidFill>
              </a:rPr>
              <a:t> / 10</a:t>
            </a:r>
            <a:endParaRPr/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6313714" y="1835673"/>
            <a:ext cx="50400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defRPr/>
            </a:pPr>
            <a:r>
              <a:rPr lang="ru-RU" sz="2000" b="1"/>
              <a:t>Используемые </a:t>
            </a:r>
            <a:r>
              <a:rPr lang="ru-RU" sz="2000" b="1"/>
              <a:t>ресур</a:t>
            </a:r>
            <a:r>
              <a:rPr lang="en-US" sz="2000" b="1"/>
              <a:t>:</a:t>
            </a:r>
            <a:endParaRPr lang="ru-RU" sz="2000" b="1"/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Hugging Face Hub - источник предобученной ML-модели эмбеддингов</a:t>
            </a:r>
            <a:endParaRPr lang="ru-RU" sz="2000" b="0" i="0" u="none" strike="noStrike" cap="none" spc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Документация Flask, SQLAlchemy, ChromaDB** - официальные руководства.</a:t>
            </a:r>
            <a:endParaRPr sz="20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</p:txBody>
      </p:sp>
      <p:cxnSp>
        <p:nvCxnSpPr>
          <p:cNvPr id="8" name="Прямая соединительная линия 7"/>
          <p:cNvCxnSpPr>
            <a:cxnSpLocks/>
            <a:stCxn id="2" idx="2"/>
          </p:cNvCxnSpPr>
          <p:nvPr/>
        </p:nvCxnSpPr>
        <p:spPr bwMode="auto">
          <a:xfrm>
            <a:off x="6096000" y="1690688"/>
            <a:ext cx="0" cy="51673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0" y="1690688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Методика</a:t>
            </a:r>
            <a:br>
              <a:rPr lang="ru-RU"/>
            </a:br>
            <a:r>
              <a:rPr lang="ru-RU"/>
              <a:t>выполнения работы</a:t>
            </a:r>
            <a:endParaRPr/>
          </a:p>
        </p:txBody>
      </p:sp>
      <p:graphicFrame>
        <p:nvGraphicFramePr>
          <p:cNvPr id="7" name="Объект 6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>
          <a:off x="838198" y="1835673"/>
          <a:ext cx="10515599" cy="4351338"/>
          <a:chOff x="0" y="0"/>
          <a:chExt cx="1051559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5" r:qs="rId6" r:cs="rId4"/>
          </a:graphicData>
        </a:graphic>
      </p:graphicFrame>
      <p:sp>
        <p:nvSpPr>
          <p:cNvPr id="4" name="Google Shape;91;p32"/>
          <p:cNvSpPr/>
          <p:nvPr/>
        </p:nvSpPr>
        <p:spPr bwMode="auto"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92;p32"/>
          <p:cNvSpPr txBox="1"/>
          <p:nvPr/>
        </p:nvSpPr>
        <p:spPr bwMode="auto"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  <a:defRPr/>
            </a:pPr>
            <a:fld id="{00000000-1234-1234-1234-123412341234}" type="slidenum">
              <a:rPr lang="ru-RU" sz="1800" b="1">
                <a:solidFill>
                  <a:schemeClr val="lt2"/>
                </a:solidFill>
              </a:rPr>
              <a:t>5</a:t>
            </a:fld>
            <a:r>
              <a:rPr lang="ru-RU" sz="1800" b="1">
                <a:solidFill>
                  <a:schemeClr val="lt2"/>
                </a:solidFill>
              </a:rPr>
              <a:t>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Результаты</a:t>
            </a:r>
            <a:endParaRPr/>
          </a:p>
        </p:txBody>
      </p:sp>
      <p:sp>
        <p:nvSpPr>
          <p:cNvPr id="7" name="Google Shape;91;p32"/>
          <p:cNvSpPr/>
          <p:nvPr/>
        </p:nvSpPr>
        <p:spPr bwMode="auto"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92;p32"/>
          <p:cNvSpPr txBox="1"/>
          <p:nvPr/>
        </p:nvSpPr>
        <p:spPr bwMode="auto"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  <a:defRPr/>
            </a:pPr>
            <a:fld id="{00000000-1234-1234-1234-123412341234}" type="slidenum">
              <a:rPr lang="ru-RU" sz="1800" b="1">
                <a:solidFill>
                  <a:schemeClr val="lt2"/>
                </a:solidFill>
              </a:rPr>
              <a:t>6</a:t>
            </a:fld>
            <a:r>
              <a:rPr lang="ru-RU" sz="1800" b="1">
                <a:solidFill>
                  <a:schemeClr val="lt2"/>
                </a:solidFill>
              </a:rPr>
              <a:t> / 10</a:t>
            </a:r>
            <a:endParaRPr/>
          </a:p>
        </p:txBody>
      </p:sp>
      <p:pic>
        <p:nvPicPr>
          <p:cNvPr id="12619550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710707" y="844439"/>
            <a:ext cx="2738817" cy="5784960"/>
          </a:xfrm>
          <a:prstGeom prst="rect">
            <a:avLst/>
          </a:prstGeom>
        </p:spPr>
      </p:pic>
      <p:pic>
        <p:nvPicPr>
          <p:cNvPr id="17321414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4469" y="1552575"/>
            <a:ext cx="3413417" cy="5086350"/>
          </a:xfrm>
          <a:prstGeom prst="rect">
            <a:avLst/>
          </a:prstGeom>
        </p:spPr>
      </p:pic>
      <p:pic>
        <p:nvPicPr>
          <p:cNvPr id="20795091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827669" y="844439"/>
            <a:ext cx="2616790" cy="5784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6981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Результаты</a:t>
            </a:r>
            <a:endParaRPr/>
          </a:p>
        </p:txBody>
      </p:sp>
      <p:sp>
        <p:nvSpPr>
          <p:cNvPr id="244679303" name="Google Shape;91;p32"/>
          <p:cNvSpPr/>
          <p:nvPr/>
        </p:nvSpPr>
        <p:spPr bwMode="auto"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6741684" name="Google Shape;92;p32"/>
          <p:cNvSpPr txBox="1"/>
          <p:nvPr/>
        </p:nvSpPr>
        <p:spPr bwMode="auto"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  <a:defRPr/>
            </a:pPr>
            <a:fld id="{B8FE0895-3368-AA27-BBD5-6F574F3C2B05}" type="slidenum">
              <a:rPr lang="ru-RU" sz="1800" b="1">
                <a:solidFill>
                  <a:schemeClr val="lt2"/>
                </a:solidFill>
              </a:rPr>
              <a:t>7</a:t>
            </a:fld>
            <a:r>
              <a:rPr lang="ru-RU" sz="1800" b="1">
                <a:solidFill>
                  <a:schemeClr val="lt2"/>
                </a:solidFill>
              </a:rPr>
              <a:t> / 10</a:t>
            </a:r>
            <a:endParaRPr/>
          </a:p>
        </p:txBody>
      </p:sp>
      <p:pic>
        <p:nvPicPr>
          <p:cNvPr id="45505692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172924" y="1150605"/>
            <a:ext cx="7257075" cy="5440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255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Результаты</a:t>
            </a:r>
            <a:endParaRPr/>
          </a:p>
        </p:txBody>
      </p:sp>
      <p:sp>
        <p:nvSpPr>
          <p:cNvPr id="963611876" name="Google Shape;91;p32"/>
          <p:cNvSpPr/>
          <p:nvPr/>
        </p:nvSpPr>
        <p:spPr bwMode="auto"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3104774" name="Google Shape;92;p32"/>
          <p:cNvSpPr txBox="1"/>
          <p:nvPr/>
        </p:nvSpPr>
        <p:spPr bwMode="auto"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  <a:defRPr/>
            </a:pPr>
            <a:fld id="{DCC931EC-E395-AB5B-714C-57F429A70659}" type="slidenum">
              <a:rPr lang="ru-RU" sz="1800" b="1">
                <a:solidFill>
                  <a:schemeClr val="lt2"/>
                </a:solidFill>
              </a:rPr>
              <a:t>8</a:t>
            </a:fld>
            <a:r>
              <a:rPr lang="ru-RU" sz="1800" b="1">
                <a:solidFill>
                  <a:schemeClr val="lt2"/>
                </a:solidFill>
              </a:rPr>
              <a:t> / 10</a:t>
            </a:r>
            <a:endParaRPr/>
          </a:p>
        </p:txBody>
      </p:sp>
      <p:pic>
        <p:nvPicPr>
          <p:cNvPr id="11055704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4340877" y="1182181"/>
            <a:ext cx="6742725" cy="53329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Выводы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  <a:defRPr/>
            </a:pPr>
            <a:r>
              <a:rPr/>
              <a:t>Основные цели проекта были достигнуты, но в данный момент проект не готов к продакшену из-за серьёзных вопросов относительно безопасности и распределению нагрузки.</a:t>
            </a:r>
            <a:endParaRPr/>
          </a:p>
        </p:txBody>
      </p:sp>
      <p:sp>
        <p:nvSpPr>
          <p:cNvPr id="4" name="Google Shape;91;p32"/>
          <p:cNvSpPr/>
          <p:nvPr/>
        </p:nvSpPr>
        <p:spPr bwMode="auto"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92;p32"/>
          <p:cNvSpPr txBox="1"/>
          <p:nvPr/>
        </p:nvSpPr>
        <p:spPr bwMode="auto"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  <a:defRPr/>
            </a:pPr>
            <a:fld id="{00000000-1234-1234-1234-123412341234}" type="slidenum">
              <a:rPr lang="ru-RU" sz="1800" b="1">
                <a:solidFill>
                  <a:schemeClr val="lt2"/>
                </a:solidFill>
              </a:rPr>
              <a:t>9</a:t>
            </a:fld>
            <a:r>
              <a:rPr lang="ru-RU" sz="1800" b="1">
                <a:solidFill>
                  <a:schemeClr val="lt2"/>
                </a:solidFill>
              </a:rPr>
              <a:t>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Список использованных источников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1. Flask Documentation — https://flask.palletsprojects.com/</a:t>
            </a:r>
            <a:endParaRPr lang="ru-RU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2. SQLAlchemy ORM Tutorial — https://docs.sqlalchemy.org/</a:t>
            </a:r>
            <a:endParaRPr lang="ru-RU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3. Flask-Login Documentation — https://flask-login.readthedocs.io/</a:t>
            </a:r>
            <a:endParaRPr lang="ru-RU" sz="2800" b="0" i="0" u="none" strike="noStrike" cap="none" spc="0">
              <a:solidFill>
                <a:schemeClr val="tx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4. ChromaDB Documentation — https://docs.trychroma.com/</a:t>
            </a:r>
            <a:endParaRPr/>
          </a:p>
        </p:txBody>
      </p:sp>
      <p:sp>
        <p:nvSpPr>
          <p:cNvPr id="4" name="Google Shape;91;p32"/>
          <p:cNvSpPr/>
          <p:nvPr/>
        </p:nvSpPr>
        <p:spPr bwMode="auto"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Google Shape;92;p32"/>
          <p:cNvSpPr txBox="1"/>
          <p:nvPr/>
        </p:nvSpPr>
        <p:spPr bwMode="auto"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  <a:defRPr/>
            </a:pPr>
            <a:fld id="{00000000-1234-1234-1234-123412341234}" type="slidenum">
              <a:rPr lang="ru-RU" sz="1800" b="1">
                <a:solidFill>
                  <a:schemeClr val="lt2"/>
                </a:solidFill>
              </a:rPr>
              <a:t>10</a:t>
            </a:fld>
            <a:r>
              <a:rPr lang="ru-RU" sz="1800" b="1">
                <a:solidFill>
                  <a:schemeClr val="lt2"/>
                </a:solidFill>
              </a:rPr>
              <a:t> /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2728127"/>
            <a:ext cx="9144000" cy="967694"/>
          </a:xfrm>
        </p:spPr>
        <p:txBody>
          <a:bodyPr/>
          <a:lstStyle/>
          <a:p>
            <a:pPr>
              <a:defRPr/>
            </a:pPr>
            <a:r>
              <a:rPr lang="ru-RU"/>
              <a:t>Спасибо за внимание!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06936" y="59032"/>
            <a:ext cx="3178128" cy="22463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Широкоэкранный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subject/>
  <dc:creator>Артём борисов</dc:creator>
  <cp:keywords/>
  <dc:description/>
  <dc:identifier/>
  <dc:language/>
  <cp:lastModifiedBy>Верниковский Виталий</cp:lastModifiedBy>
  <cp:revision>14</cp:revision>
  <dcterms:created xsi:type="dcterms:W3CDTF">2025-11-21T19:20:54Z</dcterms:created>
  <dcterms:modified xsi:type="dcterms:W3CDTF">2026-05-13T22:55:53Z</dcterms:modified>
  <cp:category/>
  <cp:contentStatus/>
  <cp:version/>
</cp:coreProperties>
</file>